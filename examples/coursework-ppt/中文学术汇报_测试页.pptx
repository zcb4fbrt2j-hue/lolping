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测试范围：中文文本、可编辑形状与 OOXML 文件结构。</a:t>
            </a:r>
          </a:p>
          <a:p>
            <a:r>
              <a:t>来源：https://github.com/Tang1206cc/codex-academic-presentation-skill</a:t>
            </a:r>
          </a:p>
          <a:p>
            <a:r>
              <a:t>上游版本：6aed88f1461ed9eec1ceb5f5f0f935b68efabd56</a:t>
            </a:r>
          </a:p>
          <a:p>
            <a:r>
              <a:t>这是一页安装冒烟测试，不代表真实研究结论。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83153"/>
                </a:solidFill>
                <a:latin typeface="Noto Sans CJK SC"/>
              </a:defRPr>
            </a:pPr>
            <a:r>
              <a:t>研究生学术汇报 · 工具验证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83153"/>
                </a:solidFill>
                <a:latin typeface="Noto Sans CJK SC"/>
              </a:defRPr>
            </a:pPr>
            <a:r>
              <a:t>从研究问题到可追溯的证据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83153"/>
                </a:solidFill>
                <a:latin typeface="Noto Sans CJK SC"/>
              </a:defRPr>
            </a:pPr>
            <a:r>
              <a:t>以“问题—证据—分析”组织单页论证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83153"/>
                </a:solidFill>
                <a:latin typeface="Noto Sans CJK SC"/>
              </a:defRPr>
            </a:pPr>
            <a: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947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83153"/>
                </a:solidFill>
                <a:latin typeface="Noto Sans CJK SC"/>
              </a:defRPr>
            </a:pPr>
            <a:r>
              <a:t>明确研究对象</a:t>
            </a:r>
            <a:br/>
            <a:r>
              <a:t>限定讨论边界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9718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83153"/>
                </a:solidFill>
                <a:latin typeface="Noto Sans CJK SC"/>
              </a:defRPr>
            </a:pPr>
            <a:r>
              <a:t>证据材料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7947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83153"/>
                </a:solidFill>
                <a:latin typeface="Noto Sans CJK SC"/>
              </a:defRPr>
            </a:pPr>
            <a:r>
              <a:t>记录原始来源</a:t>
            </a:r>
            <a:br/>
            <a:r>
              <a:t>区分事实与推断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9718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83153"/>
                </a:solidFill>
                <a:latin typeface="Noto Sans CJK SC"/>
              </a:defRPr>
            </a:pPr>
            <a:r>
              <a:t>分析结论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7947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83153"/>
                </a:solidFill>
                <a:latin typeface="Noto Sans CJK SC"/>
              </a:defRPr>
            </a:pPr>
            <a:r>
              <a:t>解释证据含义</a:t>
            </a:r>
            <a:br/>
            <a:r>
              <a:t>说明适用限制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83153"/>
                </a:solidFill>
                <a:latin typeface="Noto Sans CJK SC"/>
              </a:defRPr>
            </a:pPr>
            <a:r>
              <a:t>资料来源：本项目 coursework-ppt / SKILL.md（Operating Principle、Required Workflow）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83153"/>
                </a:solidFill>
                <a:latin typeface="Noto Sans CJK SC"/>
              </a:defRPr>
            </a:pPr>
            <a:r>
              <a:t>方法流程示意；不包含实证数据或研究结果。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
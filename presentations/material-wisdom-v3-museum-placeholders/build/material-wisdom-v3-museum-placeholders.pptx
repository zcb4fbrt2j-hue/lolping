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从科技强国视角切入；材料科技是切入点，海洋强国是实践场景。传统区域为原生可编辑形状，不代表已获取/核实展品照片。
现代照片：https://commons.wikimedia.org/wiki/File:Cosco_Shipping_Universe_(ship,_2018)_IMO_9795610,_Port_of_Rotterdam_pic7.JPG
摄影：Alf van Beem；公有领域；2021-04-24鹿特丹拍摄。仅作现代海运船舶场景，不证明该船采用本报告科研项目的涂层。封面照片及所有衍生图禁止进入正文和后续12页。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福船是福建传统造船技艺的重要载体。水密隔舱属于空间分隔，艌缝属于接缝密封，两者不可混为一谈。苎麻、桐油、石灰以及师徒口传和工匠协作见中国非遗网、UNESCO原文。守正创新是本组对传承与创新关系的分析，不是未经核实的政策引语。
https://www.ihchina.cn/directory_details/11847
https://ich.unesco.org/en/USL/watertight-bulkhead-technology-of-chinese-junks-00321
照片尚待拍摄：不预称真实艌缝操作现场，模型必须按展签注明。该页与封面需要两张独立照片，可来自同一展品不同机位。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材料案例：集美大学为“海洋防腐防污涂层体系关键技术及其应用”第一完成单位。学会成果评价摘要记载成果实现产品应用转化，应用于造船、核电、海工等领域。这里不展示未核实的寿命、效率或国产替代比例，也不将一般船舶/港口照片指认为该项目成果应用。
理论分析：创新提出可行技术；工程验证、产学研协同与产品化连接科研和产业；形成服务装备可靠服役的能力，才使科技强国建设与中国式现代化的目标落到具体实践。四个词是本组的分析框架，并非政策原文引用。
https://www.cscp.org.cn/site/content/3294.html
https://www.gov.cn/yaowen/liebiao/202603/content_7062633.htm
照片：https://commons.wikimedia.org/wiki/File:Shanghai-Yangshan-Port-Containers2013-03.JPG
Bruno Corpet (Quoique)，2013-05-10；CC BY-SA 3.0 https://creativecommons.org/licenses/by-sa/3.0。PPT等比裁剪，原始JPEG不修改；裁剪呈现部分沿用CC BY-SA 3.0。照片是2013年历史场景，不能用于证明2026年自动化水平、吞吐量或该材料成果已用于洋山港。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46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FDD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新时代中国特色社会主义理论与实践  /  材料与化工研究生课程汇报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  /  以材料智慧回应向海之问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一条船缝里的材料智慧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D4E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从传统福船艌缝到现代船舶防护材料，看科技创新如何支撑向海图强</a:t>
            </a:r>
            <a:endParaRPr lang="en-US" sz="1380" dirty="0"/>
          </a:p>
        </p:txBody>
      </p:sp>
      <p:sp>
        <p:nvSpPr>
          <p:cNvPr id="6" name="MUSEUM_COVER_FUCHUAN"/>
          <p:cNvSpPr/>
          <p:nvPr/>
        </p:nvSpPr>
        <p:spPr>
          <a:xfrm>
            <a:off x="457200" y="2240280"/>
            <a:ext cx="3986784" cy="1993392"/>
          </a:xfrm>
          <a:prstGeom prst="rect">
            <a:avLst/>
          </a:prstGeom>
          <a:solidFill>
            <a:srgbClr val="13364B"/>
          </a:solidFill>
          <a:ln w="12700">
            <a:solidFill>
              <a:srgbClr val="5E8095"/>
            </a:solidFill>
            <a:prstDash val="dash"/>
          </a:ln>
        </p:spPr>
      </p:sp>
      <p:sp>
        <p:nvSpPr>
          <p:cNvPr id="7" name="MUSEUM_COVER_FUCHUAN_LABEL"/>
          <p:cNvSpPr/>
          <p:nvPr/>
        </p:nvSpPr>
        <p:spPr>
          <a:xfrm>
            <a:off x="566928" y="290779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C7D8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dirty="0">
                <a:solidFill>
                  <a:srgbClr val="C7D8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——福船整体或模型</a:t>
            </a:r>
            <a:endParaRPr lang="en-US" sz="1240" dirty="0"/>
          </a:p>
        </p:txBody>
      </p:sp>
      <p:pic>
        <p:nvPicPr>
          <p:cNvPr id="8" name="COVER_ONLY_COSCO_UNIVERSE" descr="Alf van Beem 2021年在鹿特丹拍摄的COSCO SHIPPING UNIVERSE，原图4306×2422；仅封面使用">    </p:cNvPr>
          <p:cNvPicPr>
            <a:picLocks noChangeAspect="1"/>
          </p:cNvPicPr>
          <p:nvPr/>
        </p:nvPicPr>
        <p:blipFill>
          <a:blip r:embed="rId1"/>
          <a:srcRect l="0" r="0" t="5553" b="5553"/>
          <a:stretch/>
        </p:blipFill>
        <p:spPr>
          <a:xfrm>
            <a:off x="4700016" y="2240280"/>
            <a:ext cx="3986784" cy="1993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36168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D6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福船整体或模型｜待实拍与展签核验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00016" y="436168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D6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“中远海运宇宙”轮｜鹿特丹，2021年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6D6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照片：Alf van Beem／公有领域；博物馆照片待实拍补入  |  V3三页视觉样张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430768" y="4846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D6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46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传统技艺中的科技智慧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传统福船与艌缝技艺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从解决航行难题，看中华优秀传统文化中的科技智慧</a:t>
            </a:r>
            <a:endParaRPr lang="en-US" sz="1350" dirty="0"/>
          </a:p>
        </p:txBody>
      </p:sp>
      <p:sp>
        <p:nvSpPr>
          <p:cNvPr id="5" name="MUSEUM_BODY_STRUCTURE"/>
          <p:cNvSpPr/>
          <p:nvPr/>
        </p:nvSpPr>
        <p:spPr>
          <a:xfrm>
            <a:off x="457200" y="1728216"/>
            <a:ext cx="5166360" cy="2906078"/>
          </a:xfrm>
          <a:prstGeom prst="rect">
            <a:avLst/>
          </a:prstGeom>
          <a:solidFill>
            <a:srgbClr val="EDF3F6"/>
          </a:solidFill>
          <a:ln w="12700">
            <a:solidFill>
              <a:srgbClr val="9EB4C1"/>
            </a:solidFill>
            <a:prstDash val="dash"/>
          </a:ln>
        </p:spPr>
      </p:sp>
      <p:sp>
        <p:nvSpPr>
          <p:cNvPr id="6" name="MUSEUM_BODY_STRUCTURE_LABEL"/>
          <p:cNvSpPr/>
          <p:nvPr/>
        </p:nvSpPr>
        <p:spPr>
          <a:xfrm>
            <a:off x="566928" y="2852071"/>
            <a:ext cx="4946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——福船结构、隔舱或船体连接细节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5943600" y="1709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水密隔舱｜结构智慧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21031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以舱壁分隔空间，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限制破损后的进水范围。</a:t>
            </a:r>
            <a:endParaRPr lang="en-US" sz="1290" dirty="0"/>
          </a:p>
        </p:txBody>
      </p:sp>
      <p:sp>
        <p:nvSpPr>
          <p:cNvPr id="9" name="Text 7"/>
          <p:cNvSpPr/>
          <p:nvPr/>
        </p:nvSpPr>
        <p:spPr>
          <a:xfrm>
            <a:off x="5943600" y="26883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艌缝密封｜材料巧用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30815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苎麻、桐油、石灰等，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共同用于木船板缝密封。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943600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薪火相传｜守正创新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40599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师徒传授与工匠协作，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让经验、责任与技艺延续。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资料：中国非物质文化遗产网“水密隔舱福船制造技艺”；UNESCO项目00321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430768" y="4846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46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从具体材料创新理解国家战略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科技强国，如何支撑向海图强？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把科技成果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转化为发展能力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87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高水平科技自立自强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以海洋防护涂层为例，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科研成果已转化为产品，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应用于造船等工程领域。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457200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为中国式现代化提供战略支撑</a:t>
            </a:r>
            <a:endParaRPr lang="en-US" sz="1250" dirty="0"/>
          </a:p>
        </p:txBody>
      </p:sp>
      <p:pic>
        <p:nvPicPr>
          <p:cNvPr id="8" name="BODY_YANGSHAN_2013" descr="Bruno Corpet拍摄的洋山港岸桥与装卸作业，2013年历史实景，4592×3056；不证明当前自动化水平或特定涂层应用">    </p:cNvPr>
          <p:cNvPicPr>
            <a:picLocks noChangeAspect="1"/>
          </p:cNvPicPr>
          <p:nvPr/>
        </p:nvPicPr>
        <p:blipFill>
          <a:blip r:embed="rId1"/>
          <a:srcRect l="0" r="0" t="11914" b="11914"/>
          <a:stretch/>
        </p:blipFill>
        <p:spPr>
          <a:xfrm>
            <a:off x="4069080" y="1508760"/>
            <a:ext cx="4617720" cy="2340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69080" y="391363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洋山港装卸场景，2013年（非本项目应用照片）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Bruno Corpet · CC BY-SA 3.0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科技创新  /  成果转化  /  产业发展  /  国家战略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依据：“十五五”规划纲要第三篇、第三十二章；中腐评价字〔2026〕第7号｜关系为本组分析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430768" y="4846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一条船缝里的材料智慧｜V3三页视觉样张·博物馆实拍预留版</dc:title>
  <dc:subject>新时代中国特色社会主义理论与实践</dc:subject>
  <dc:creator>PptxGenJS</dc:creator>
  <cp:lastModifiedBy>PptxGenJS</cp:lastModifiedBy>
  <cp:revision>1</cp:revision>
  <dcterms:created xsi:type="dcterms:W3CDTF">2026-10-25T10:14:26Z</dcterms:created>
  <dcterms:modified xsi:type="dcterms:W3CDTF">2026-10-25T10:14:26Z</dcterms:modified>
</cp:coreProperties>
</file>
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本次从科技强国的视角切入，以传统福船与现代海洋防护材料为具体案例，以海洋强国为应用场景。照片不是集美大学涂层项目的应用证明。完整出处见图片与资料来源.md。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事实：水密隔舱、艌缝材料、师徒传承均来自中国非遗网及UNESCO。分析：守正创新、经验走向现代科学是本组归纳，非政策原话。向同学提问：从经验积累到现代研究，创新方式发生了什么变化？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核实集美大学第一完成单位的“海洋防腐防污涂层体系关键技术及其应用”，学会评价摘要称成果应用于造船等领域。可简述环氧防腐、有机硅防污、连接层适配三类思路，不虚构性能参数，不宣称全面国产替代。本页邮轮照片只说明海洋装备应用场景，不能据此认定其使用了该项目涂层。政策联系：需求牵引、科技与产业融合、海洋战略科技力量建设。2035科技强国目标的来源记录在evidence_pla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新时代中国特色社会主义理论与实践  /  材料与化工研究生课程汇报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3210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一条船缝里的材料智慧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75488" y="16093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4E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从传统福船艌缝到现代船舶防护材料，看海洋强国建设之路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75488" y="200253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科技强国视角下的材料创新与向海图强</a:t>
            </a:r>
            <a:endParaRPr lang="en-US" sz="1400" dirty="0"/>
          </a:p>
        </p:txBody>
      </p:sp>
      <p:pic>
        <p:nvPicPr>
          <p:cNvPr id="6" name="Image 0" descr="/workspace/lolping/presentations/material-wisdom-v2-samples/assets/fuchuan-2.jpg">    </p:cNvPr>
          <p:cNvPicPr>
            <a:picLocks noChangeAspect="1"/>
          </p:cNvPicPr>
          <p:nvPr/>
        </p:nvPicPr>
        <p:blipFill>
          <a:blip r:embed="rId1"/>
          <a:srcRect l="0" r="0" t="14387" b="14387"/>
          <a:stretch/>
        </p:blipFill>
        <p:spPr>
          <a:xfrm>
            <a:off x="0" y="2423160"/>
            <a:ext cx="4562856" cy="2157984"/>
          </a:xfrm>
          <a:prstGeom prst="rect">
            <a:avLst/>
          </a:prstGeom>
        </p:spPr>
      </p:pic>
      <p:pic>
        <p:nvPicPr>
          <p:cNvPr id="7" name="Image 1" descr="/workspace/lolping/presentations/material-wisdom-v2-samples/assets/adora-0.jpg">    </p:cNvPr>
          <p:cNvPicPr>
            <a:picLocks noChangeAspect="1"/>
          </p:cNvPicPr>
          <p:nvPr/>
        </p:nvPicPr>
        <p:blipFill>
          <a:blip r:embed="rId2"/>
          <a:srcRect l="0" r="0" t="7960" b="7960"/>
          <a:stretch/>
        </p:blipFill>
        <p:spPr>
          <a:xfrm>
            <a:off x="4581144" y="2423160"/>
            <a:ext cx="4562856" cy="21579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187952"/>
            <a:ext cx="9144000" cy="393192"/>
          </a:xfrm>
          <a:prstGeom prst="rect">
            <a:avLst/>
          </a:prstGeom>
          <a:solidFill>
            <a:srgbClr val="09243A">
              <a:alpha val="88000"/>
            </a:srgbClr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279392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传统福船建造现场｜中国非遗网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846320" y="427939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现代大型邮轮“爱达·魔都号”｜上海市政府网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8280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8D8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图片：中国非遗网·福船项目页；上海市政府网·宝山区人民政府报道  |  视觉样张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8458200" y="4818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8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传统福船与艌缝技艺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守正创新，始于解决真实问题</a:t>
            </a:r>
            <a:endParaRPr lang="en-US" sz="2700" dirty="0"/>
          </a:p>
        </p:txBody>
      </p:sp>
      <p:pic>
        <p:nvPicPr>
          <p:cNvPr id="4" name="Image 0" descr="/workspace/lolping/presentations/material-wisdom-v2-samples/assets/fuchuan-0.jpg">    </p:cNvPr>
          <p:cNvPicPr>
            <a:picLocks noChangeAspect="1"/>
          </p:cNvPicPr>
          <p:nvPr/>
        </p:nvPicPr>
        <p:blipFill>
          <a:blip r:embed="rId1"/>
          <a:srcRect l="0" r="0" t="7136" b="7136"/>
          <a:stretch/>
        </p:blipFill>
        <p:spPr>
          <a:xfrm>
            <a:off x="457200" y="1508760"/>
            <a:ext cx="4754880" cy="2706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342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中国非遗网记录的福船建造现场：工匠与木质船体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77840" y="144475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隔舱，限制进水的影响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77840" y="18105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水密隔舱限制受损船舱进水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影响，守护航行安全。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247802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艌缝，让材料各尽其用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577840" y="2843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苎麻、桐油、石灰等材料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共同用于木板缝隙的密封。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77840" y="3511296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传承，让经验走向创新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577840" y="387705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师徒口传心授、工匠协作；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今天更需保护技艺、接续求索。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资料与图片：中国非物质文化遗产网《水密隔舱福船制造技艺》；2010年列入急需保护名录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8458200" y="4818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科技强国，如何支撑向海图强？</a:t>
            </a:r>
            <a:endParaRPr lang="en-US" sz="2700" dirty="0"/>
          </a:p>
        </p:txBody>
      </p:sp>
      <p:pic>
        <p:nvPicPr>
          <p:cNvPr id="4" name="Image 0" descr="/workspace/lolping/presentations/material-wisdom-v2-samples/assets/adora-0.jpg">    </p:cNvPr>
          <p:cNvPicPr>
            <a:picLocks noChangeAspect="1"/>
          </p:cNvPicPr>
          <p:nvPr/>
        </p:nvPicPr>
        <p:blipFill>
          <a:blip r:embed="rId1"/>
          <a:srcRect l="0" r="0" t="8291" b="8291"/>
          <a:stretch/>
        </p:blipFill>
        <p:spPr>
          <a:xfrm>
            <a:off x="457200" y="1499616"/>
            <a:ext cx="4754880" cy="2231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5876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材料案例：海洋防腐防污涂层成果用于造船等领域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图：“爱达·魔都号”仅为装备场景，不指认项目涂层应用。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5532120" y="1499616"/>
            <a:ext cx="3154680" cy="271576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7556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理论主线  科技强国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2185416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自主研究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积累关键技术能力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3520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实践场景  海洋强国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让材料创新服务海洋装备可靠服役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982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需求提出问题 → 科研寻找答案 → 产学研协同推动工程应用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依据：“十五五”规划纲要第三篇、第三十二章；中腐评价字〔2026〕第7号 | 逻辑关系为本组分析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8458200" y="4818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一条船缝里的材料智慧｜科技强国视角·三页视觉样张</dc:title>
  <dc:subject>新时代中国特色社会主义理论与实践</dc:subject>
  <dc:creator>PptxGenJS</dc:creator>
  <cp:lastModifiedBy>PptxGenJS</cp:lastModifiedBy>
  <cp:revision>1</cp:revision>
  <dcterms:created xsi:type="dcterms:W3CDTF">2026-10-24T13:25:39Z</dcterms:created>
  <dcterms:modified xsi:type="dcterms:W3CDTF">2026-10-24T13:25:39Z</dcterms:modified>
</cp:coreProperties>
</file>
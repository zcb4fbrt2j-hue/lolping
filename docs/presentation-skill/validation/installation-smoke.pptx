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91440" cy="15636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60704"/>
            <a:ext cx="8001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Skill 安装验证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generation, safe editing, and repeatable quality checks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1664208" cy="310896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2316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READOUT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RUN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skills, distinct responsibilities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evidence and PowerPoint engineering work together.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99082"/>
            <a:ext cx="400507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tmp/presentation-skill-icon-cache/fa6_FaBookOpen_0b2545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09394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198196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coursework-ppt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5745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argument, check academic evidence, and preserve source traceability.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4681728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1799082"/>
            <a:ext cx="400507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/tmp/presentation-skill-icon-cache/fa6_FaFilePowerpoint_0b2545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0939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48656" y="198196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presentation-skill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245745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editable slides, edit copies safely, and check geometry plus rendered output.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acceptance criteria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exercise the actual installed scripts rather than a replacement implementation.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8730"/>
          <a:ext cx="8229600" cy="189280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Check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Protected input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this outline through the Node renderer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formal deck is never rebuilt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text run in a separate copy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PPTX hash remains 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and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Render, inspect, and run the quality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coursework-ppt files remain 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27126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test data; this is not a new version of the coursework presentation.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Skill 安装验证</dc:title>
  <dc:subject/>
  <dc:creator>PptxGenJS</dc:creator>
  <cp:lastModifiedBy>PptxGenJS</cp:lastModifiedBy>
  <cp:revision>1</cp:revision>
  <dcterms:created xsi:type="dcterms:W3CDTF">2026-10-23T13:08:18Z</dcterms:created>
  <dcterms:modified xsi:type="dcterms:W3CDTF">2026-10-23T13:08:18Z</dcterms:modified>
</cp:coreProperties>
</file>